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179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everything in [brackets]. Delete all grey guidance text before you present. 5 slides after this one, 5 minutes in total. Every member speaks.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60 seconds. The story makes people care; the statement makes it precise.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convince. One big number per box. Say what surprised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your full BMC printed. The slide shows only what the audience needs. Profit = Revenues − Expenses (Week 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ask, then stop and say “Thank you — questions?”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9A282-23EF-F8F5-61B6-2704D3F49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5B002B-B4F4-E547-77B9-97F361D98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2F2D7-E4C4-A66B-16AD-5A108D6F50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the ask, then stop and say “Thank you — questions?”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561363-F658-D4F6-4999-A510B90DA9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598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[Your project name]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[One line: what you do, for whom]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3749040"/>
            <a:ext cx="3291840" cy="0"/>
          </a:xfrm>
          <a:prstGeom prst="line">
            <a:avLst/>
          </a:prstGeom>
          <a:noFill/>
          <a:ln w="1905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4023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[  ]   ·   [Member 1]  ·  [Member 2]  ·  [Member 3]  ·  [Member 4]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 ·  EMPATHY MAPS · PROBLEM STATEMENT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BF6EC"/>
          </a:solidFill>
          <a:ln w="12700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STORY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person you talked to.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“Mona, a first-year student, arrived 20 minutes late to her first lecture because…”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their real words.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36792" y="14630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11112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PROBLEM STATEMENT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611112" y="201168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[Who] struggles to [what] when [situation], because [cause].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 Large and clear.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 ·  MARKET RESEARCH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evidence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[survey / observation / interview]   ·   Responses: [15+]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 %  ]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749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1: one number and what it means.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9202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2148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5720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 %  ]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749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2: one number and what it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920240"/>
            <a:ext cx="3566160" cy="3291840"/>
          </a:xfrm>
          <a:prstGeom prst="roundRect">
            <a:avLst>
              <a:gd name="adj" fmla="val 2222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321040" y="2148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3210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834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C896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 %  ]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37490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3: one number and what it means.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findings changed in our idea: [one sentence]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 ·  DECISION MATRIX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6766560" cy="4206240"/>
          </a:xfrm>
          <a:prstGeom prst="roundRect">
            <a:avLst>
              <a:gd name="adj" fmla="val 1739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OFFER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6217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it in 2–3 short lines.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step by step: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sketch, mock-up or photo here is better than words.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16952" y="1463040"/>
            <a:ext cx="4023360" cy="4206240"/>
          </a:xfrm>
          <a:prstGeom prst="roundRect">
            <a:avLst>
              <a:gd name="adj" fmla="val 1818"/>
            </a:avLst>
          </a:prstGeom>
          <a:solidFill>
            <a:srgbClr val="FBF6EC"/>
          </a:solidFill>
          <a:ln w="12700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891272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ONE?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891272" y="2011680"/>
            <a:ext cx="34747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compared 3 solutions on impact, ease and cost.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scored highest because…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 ·  BUSINESS MODEL CANVAS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makes money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57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[Customer segment]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57200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THEY FIND US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057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[Channels]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321040" y="1645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057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 resources and partners]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11094415" cy="1828800"/>
          </a:xfrm>
          <a:prstGeom prst="rect">
            <a:avLst/>
          </a:prstGeom>
          <a:solidFill>
            <a:srgbClr val="121A3A"/>
          </a:solidFill>
          <a:ln w="12700">
            <a:solidFill>
              <a:srgbClr val="121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2296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MONEY LINE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per customer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754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 ] EGP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customer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4754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 ] EGP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per customer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47548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 ] EGP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 ·  MVP or Prototype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Prototype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36792" y="14630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BF6EC"/>
          </a:solidFill>
          <a:ln w="12700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611112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611112" y="201168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458A6-419E-20C4-8C89-B80C6E487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196D3D-5E5B-C77A-AD69-B85B92BEA186}"/>
              </a:ext>
            </a:extLst>
          </p:cNvPr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C8963E"/>
          </a:solidFill>
          <a:ln w="12700">
            <a:solidFill>
              <a:srgbClr val="C896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BE1C7EF-3098-D93E-C988-80F0C20ACA79}"/>
              </a:ext>
            </a:extLst>
          </p:cNvPr>
          <p:cNvSpPr txBox="1"/>
          <p:nvPr/>
        </p:nvSpPr>
        <p:spPr>
          <a:xfrm>
            <a:off x="548640" y="54864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 ·  YOUR TEAM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3B4FB51-7EAE-9895-30DA-B0BA17921FEF}"/>
              </a:ext>
            </a:extLst>
          </p:cNvPr>
          <p:cNvSpPr txBox="1"/>
          <p:nvPr/>
        </p:nvSpPr>
        <p:spPr>
          <a:xfrm>
            <a:off x="548640" y="5486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us — and what we need</a:t>
            </a: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7493590-9D42-FFD2-12B8-AC64CB6313F3}"/>
              </a:ext>
            </a:extLst>
          </p:cNvPr>
          <p:cNvSpPr/>
          <p:nvPr/>
        </p:nvSpPr>
        <p:spPr>
          <a:xfrm>
            <a:off x="548640" y="1463040"/>
            <a:ext cx="5486400" cy="4206240"/>
          </a:xfrm>
          <a:prstGeom prst="roundRect">
            <a:avLst>
              <a:gd name="adj" fmla="val 1739"/>
            </a:avLst>
          </a:prstGeom>
          <a:solidFill>
            <a:srgbClr val="F7F8FC"/>
          </a:solidFill>
          <a:ln w="12700">
            <a:solidFill>
              <a:srgbClr val="DDE2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F29233B-F2FF-40EB-B74C-FD99678496F9}"/>
              </a:ext>
            </a:extLst>
          </p:cNvPr>
          <p:cNvSpPr txBox="1"/>
          <p:nvPr/>
        </p:nvSpPr>
        <p:spPr>
          <a:xfrm>
            <a:off x="8229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1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CDB3F53-2319-D591-9AC2-173251FA4A38}"/>
              </a:ext>
            </a:extLst>
          </p:cNvPr>
          <p:cNvSpPr txBox="1"/>
          <p:nvPr/>
        </p:nvSpPr>
        <p:spPr>
          <a:xfrm>
            <a:off x="822960" y="20116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role in the project — one strength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role — strength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role — strength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— role — strength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F84833A-B920-305C-2D2C-CEBB2A8B2FF3}"/>
              </a:ext>
            </a:extLst>
          </p:cNvPr>
          <p:cNvSpPr/>
          <p:nvPr/>
        </p:nvSpPr>
        <p:spPr>
          <a:xfrm>
            <a:off x="6336792" y="146304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FBF6EC"/>
          </a:solidFill>
          <a:ln w="12700">
            <a:solidFill>
              <a:srgbClr val="E8DC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CDBF949-6D7A-9B8A-5B3A-4303079525B4}"/>
              </a:ext>
            </a:extLst>
          </p:cNvPr>
          <p:cNvSpPr txBox="1"/>
          <p:nvPr/>
        </p:nvSpPr>
        <p:spPr>
          <a:xfrm>
            <a:off x="6611112" y="1645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896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C017DE6-BC32-51F3-9AC0-D0BB7523BCDE}"/>
              </a:ext>
            </a:extLst>
          </p:cNvPr>
          <p:cNvSpPr txBox="1"/>
          <p:nvPr/>
        </p:nvSpPr>
        <p:spPr>
          <a:xfrm>
            <a:off x="6611112" y="201168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next step, and what do you need for it?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 with 20 students? A partner? A small amount of funding?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specific.</a:t>
            </a:r>
            <a:endParaRPr lang="en-US" sz="16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28E0F02-D7E9-102F-CE0B-833B4B3791BE}"/>
              </a:ext>
            </a:extLst>
          </p:cNvPr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124411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507</Words>
  <Application>Microsoft Office PowerPoint</Application>
  <PresentationFormat>Widescreen</PresentationFormat>
  <Paragraphs>92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Mohamed Tanib</cp:lastModifiedBy>
  <cp:revision>2</cp:revision>
  <dcterms:created xsi:type="dcterms:W3CDTF">2026-10-17T14:31:14Z</dcterms:created>
  <dcterms:modified xsi:type="dcterms:W3CDTF">2026-10-22T15:14:55Z</dcterms:modified>
</cp:coreProperties>
</file>